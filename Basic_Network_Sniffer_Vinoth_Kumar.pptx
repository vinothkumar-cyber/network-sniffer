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Basic Network Sniffer</a:t>
            </a:r>
          </a:p>
        </p:txBody>
      </p:sp>
      <p:sp>
        <p:nvSpPr>
          <p:cNvPr id="3" name="Subtitle 2"/>
          <p:cNvSpPr>
            <a:spLocks noGrp="1"/>
          </p:cNvSpPr>
          <p:nvPr>
            <p:ph type="subTitle" idx="1"/>
          </p:nvPr>
        </p:nvSpPr>
        <p:spPr/>
        <p:txBody>
          <a:bodyPr/>
          <a:lstStyle/>
          <a:p>
            <a:r>
              <a:t>Cybersecurity Mini Project</a:t>
            </a:r>
          </a:p>
          <a:p>
            <a:r>
              <a:t>By Vinoth Kumar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Objective</a:t>
            </a:r>
          </a:p>
        </p:txBody>
      </p:sp>
      <p:sp>
        <p:nvSpPr>
          <p:cNvPr id="3" name="Content Placeholder 2"/>
          <p:cNvSpPr>
            <a:spLocks noGrp="1"/>
          </p:cNvSpPr>
          <p:nvPr>
            <p:ph idx="1"/>
          </p:nvPr>
        </p:nvSpPr>
        <p:spPr/>
        <p:txBody>
          <a:bodyPr/>
          <a:lstStyle/>
          <a:p>
            <a:r>
              <a:t>The objective of this project is to build a simple Python program that captures and analyzes network packets to display information such as source and destination IP addresses and protocols used.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Tools and Requirements</a:t>
            </a:r>
          </a:p>
        </p:txBody>
      </p:sp>
      <p:sp>
        <p:nvSpPr>
          <p:cNvPr id="3" name="Content Placeholder 2"/>
          <p:cNvSpPr>
            <a:spLocks noGrp="1"/>
          </p:cNvSpPr>
          <p:nvPr>
            <p:ph idx="1"/>
          </p:nvPr>
        </p:nvSpPr>
        <p:spPr/>
        <p:txBody>
          <a:bodyPr/>
          <a:lstStyle/>
          <a:p>
            <a:r>
              <a:t>- Python 3.x</a:t>
            </a:r>
          </a:p>
          <a:p>
            <a:r>
              <a:t>- Scapy library for packet capture</a:t>
            </a:r>
          </a:p>
          <a:p>
            <a:r>
              <a:t>- Administrator/root privileges</a:t>
            </a:r>
          </a:p>
          <a:p>
            <a:r>
              <a:t>- Internet connection for live traffic testing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Code Overview</a:t>
            </a:r>
          </a:p>
        </p:txBody>
      </p:sp>
      <p:sp>
        <p:nvSpPr>
          <p:cNvPr id="3" name="Content Placeholder 2"/>
          <p:cNvSpPr>
            <a:spLocks noGrp="1"/>
          </p:cNvSpPr>
          <p:nvPr>
            <p:ph idx="1"/>
          </p:nvPr>
        </p:nvSpPr>
        <p:spPr/>
        <p:txBody>
          <a:bodyPr/>
          <a:lstStyle/>
          <a:p>
            <a:r>
              <a:t>The script uses Scapy to sniff live network traffic. Each packet is analyzed to extract the IP layer, source IP, destination IP, and protocol type (TCP, UDP, ICMP). The information is displayed in the console.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Python Code Snippet</a:t>
            </a:r>
          </a:p>
        </p:txBody>
      </p:sp>
      <p:sp>
        <p:nvSpPr>
          <p:cNvPr id="3" name="Content Placeholder 2"/>
          <p:cNvSpPr>
            <a:spLocks noGrp="1"/>
          </p:cNvSpPr>
          <p:nvPr>
            <p:ph idx="1"/>
          </p:nvPr>
        </p:nvSpPr>
        <p:spPr/>
        <p:txBody>
          <a:bodyPr/>
          <a:lstStyle/>
          <a:p>
            <a:r>
              <a:t>from scapy.all import sniff, IP</a:t>
            </a:r>
          </a:p>
          <a:p/>
          <a:p>
            <a:r>
              <a:t>def packet_callback(packet):</a:t>
            </a:r>
          </a:p>
          <a:p>
            <a:r>
              <a:t>    if IP in packet:</a:t>
            </a:r>
          </a:p>
          <a:p>
            <a:r>
              <a:t>        print(packet[IP].src, '-&gt;', packet[IP].dst)</a:t>
            </a:r>
          </a:p>
          <a:p/>
          <a:p>
            <a:r>
              <a:t>sniff(prn=packet_callback, count=20)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It Works</a:t>
            </a:r>
          </a:p>
        </p:txBody>
      </p:sp>
      <p:sp>
        <p:nvSpPr>
          <p:cNvPr id="3" name="Content Placeholder 2"/>
          <p:cNvSpPr>
            <a:spLocks noGrp="1"/>
          </p:cNvSpPr>
          <p:nvPr>
            <p:ph idx="1"/>
          </p:nvPr>
        </p:nvSpPr>
        <p:spPr/>
        <p:txBody>
          <a:bodyPr/>
          <a:lstStyle/>
          <a:p>
            <a:r>
              <a:t>1. Imports Scapy library.</a:t>
            </a:r>
          </a:p>
          <a:p>
            <a:r>
              <a:t>2. Defines a callback function to process each captured packet.</a:t>
            </a:r>
          </a:p>
          <a:p>
            <a:r>
              <a:t>3. Extracts IP layer details (Source, Destination, Protocol).</a:t>
            </a:r>
          </a:p>
          <a:p>
            <a:r>
              <a:t>4. Displays results on screen for 20 captured packets.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Sample Output</a:t>
            </a:r>
          </a:p>
        </p:txBody>
      </p:sp>
      <p:sp>
        <p:nvSpPr>
          <p:cNvPr id="3" name="Content Placeholder 2"/>
          <p:cNvSpPr>
            <a:spLocks noGrp="1"/>
          </p:cNvSpPr>
          <p:nvPr>
            <p:ph idx="1"/>
          </p:nvPr>
        </p:nvSpPr>
        <p:spPr/>
        <p:txBody>
          <a:bodyPr/>
          <a:lstStyle/>
          <a:p>
            <a:r>
              <a:t>[+] TCP Packet: 192.168.1.10 -&gt; 172.217.166.46</a:t>
            </a:r>
          </a:p>
          <a:p>
            <a:r>
              <a:t>[+] UDP Packet: 192.168.1.10 -&gt; 8.8.8.8</a:t>
            </a:r>
          </a:p>
          <a:p>
            <a:r>
              <a:t>[+] ICMP Packet: 192.168.1.10 -&gt; 192.168.1.1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Outcomes</a:t>
            </a:r>
          </a:p>
        </p:txBody>
      </p:sp>
      <p:sp>
        <p:nvSpPr>
          <p:cNvPr id="3" name="Content Placeholder 2"/>
          <p:cNvSpPr>
            <a:spLocks noGrp="1"/>
          </p:cNvSpPr>
          <p:nvPr>
            <p:ph idx="1"/>
          </p:nvPr>
        </p:nvSpPr>
        <p:spPr/>
        <p:txBody>
          <a:bodyPr/>
          <a:lstStyle/>
          <a:p>
            <a:r>
              <a:t>- Understand basic network packet structure.</a:t>
            </a:r>
          </a:p>
          <a:p>
            <a:r>
              <a:t>- Learn to use Scapy for packet analysis.</a:t>
            </a:r>
          </a:p>
          <a:p>
            <a:r>
              <a:t>- Identify different network protocols.</a:t>
            </a:r>
          </a:p>
          <a:p>
            <a:r>
              <a:t>- Gain hands-on experience in cybersecurity tools.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The Basic Network Sniffer project demonstrates how packets move through a network, helping beginners understand how network traffic can be monitored and analyzed using Python.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